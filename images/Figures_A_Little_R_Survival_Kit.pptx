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4A849-3E74-8B4B-A870-757D6D67303B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A72D20-85BE-ED46-957A-8FAC6C847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72D20-85BE-ED46-957A-8FAC6C8473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66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3.3 Anatomy of a Boxplot.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72D20-85BE-ED46-957A-8FAC6C8473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83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4. Figure 4.1</a:t>
            </a:r>
          </a:p>
          <a:p>
            <a:r>
              <a:rPr lang="en-US" dirty="0"/>
              <a:t>This one can’t illustrate the purpose of a table, e.g., for chi-square test.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72D20-85BE-ED46-957A-8FAC6C8473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06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F63A9-225F-B407-CA61-C11538ED4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1D141-8490-DDD4-C6A3-20B312DC2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34C39-8CC5-C354-81A0-1964EDBFE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4. Figure 4.1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AB786-A77A-6E29-1091-C6C0860C6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72D20-85BE-ED46-957A-8FAC6C8473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76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4-2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72D20-85BE-ED46-957A-8FAC6C8473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98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63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2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0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3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9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0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32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0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9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9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8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DC3732-8A87-0941-8F0E-2D7C4764CB9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3CE0C-28C0-0843-A778-BC471733F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10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E0C9-97C1-E542-ECB7-56E42FC0A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69371-4B34-6972-5E8B-D29704CC15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Little R Survival Kit</a:t>
            </a:r>
          </a:p>
        </p:txBody>
      </p:sp>
    </p:spTree>
    <p:extLst>
      <p:ext uri="{BB962C8B-B14F-4D97-AF65-F5344CB8AC3E}">
        <p14:creationId xmlns:p14="http://schemas.microsoft.com/office/powerpoint/2010/main" val="246567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485BFD-E63E-D88A-3F05-B3646631C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07" y="1894115"/>
            <a:ext cx="7780879" cy="277676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4A51EB3-255C-5FE9-E1DA-36F4DA3884BE}"/>
              </a:ext>
            </a:extLst>
          </p:cNvPr>
          <p:cNvGrpSpPr/>
          <p:nvPr/>
        </p:nvGrpSpPr>
        <p:grpSpPr>
          <a:xfrm>
            <a:off x="2188029" y="1502229"/>
            <a:ext cx="6036126" cy="369332"/>
            <a:chOff x="2188029" y="1502229"/>
            <a:chExt cx="6036126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39DEAC-6FEA-38C8-832D-ACA3F7E74A2C}"/>
                </a:ext>
              </a:extLst>
            </p:cNvPr>
            <p:cNvSpPr txBox="1"/>
            <p:nvPr/>
          </p:nvSpPr>
          <p:spPr>
            <a:xfrm>
              <a:off x="2188029" y="1502229"/>
              <a:ext cx="620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F87232-7335-6CC5-2E26-602235FB0171}"/>
                </a:ext>
              </a:extLst>
            </p:cNvPr>
            <p:cNvSpPr txBox="1"/>
            <p:nvPr/>
          </p:nvSpPr>
          <p:spPr>
            <a:xfrm>
              <a:off x="3679371" y="1502229"/>
              <a:ext cx="620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235038-9CC9-8A71-9C33-7A4FBC0E897E}"/>
                </a:ext>
              </a:extLst>
            </p:cNvPr>
            <p:cNvSpPr txBox="1"/>
            <p:nvPr/>
          </p:nvSpPr>
          <p:spPr>
            <a:xfrm>
              <a:off x="5170713" y="1502229"/>
              <a:ext cx="620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4C884E-BBDA-6783-7539-91F167DD9CB9}"/>
                </a:ext>
              </a:extLst>
            </p:cNvPr>
            <p:cNvSpPr txBox="1"/>
            <p:nvPr/>
          </p:nvSpPr>
          <p:spPr>
            <a:xfrm>
              <a:off x="6542313" y="1502229"/>
              <a:ext cx="620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828E78-566B-9074-B73F-77D20A6A0FA8}"/>
                </a:ext>
              </a:extLst>
            </p:cNvPr>
            <p:cNvSpPr txBox="1"/>
            <p:nvPr/>
          </p:nvSpPr>
          <p:spPr>
            <a:xfrm>
              <a:off x="7603670" y="1502229"/>
              <a:ext cx="620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5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941FB8-6DFC-7C01-DDF2-FCE62B6BD6E2}"/>
              </a:ext>
            </a:extLst>
          </p:cNvPr>
          <p:cNvGrpSpPr/>
          <p:nvPr/>
        </p:nvGrpSpPr>
        <p:grpSpPr>
          <a:xfrm>
            <a:off x="2296886" y="1099457"/>
            <a:ext cx="5927269" cy="772104"/>
            <a:chOff x="2296886" y="1099457"/>
            <a:chExt cx="5927269" cy="77210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3F06DB-4BFE-B386-99FE-C248A2C47857}"/>
                </a:ext>
              </a:extLst>
            </p:cNvPr>
            <p:cNvSpPr/>
            <p:nvPr/>
          </p:nvSpPr>
          <p:spPr>
            <a:xfrm>
              <a:off x="2296886" y="1502229"/>
              <a:ext cx="5927269" cy="369332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EFD559-97E2-2EE1-BC07-F4DD42878822}"/>
                </a:ext>
              </a:extLst>
            </p:cNvPr>
            <p:cNvSpPr txBox="1"/>
            <p:nvPr/>
          </p:nvSpPr>
          <p:spPr>
            <a:xfrm>
              <a:off x="4746169" y="1099457"/>
              <a:ext cx="1741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Column Index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86C5F1-7F44-0ACB-7A9D-E4886EA06354}"/>
              </a:ext>
            </a:extLst>
          </p:cNvPr>
          <p:cNvGrpSpPr/>
          <p:nvPr/>
        </p:nvGrpSpPr>
        <p:grpSpPr>
          <a:xfrm>
            <a:off x="223159" y="1524783"/>
            <a:ext cx="1741713" cy="3146096"/>
            <a:chOff x="223159" y="1524783"/>
            <a:chExt cx="1741713" cy="314609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93C933-E0C5-3F4C-90C8-23ABA4920E7E}"/>
                </a:ext>
              </a:extLst>
            </p:cNvPr>
            <p:cNvSpPr/>
            <p:nvPr/>
          </p:nvSpPr>
          <p:spPr>
            <a:xfrm>
              <a:off x="852714" y="1894115"/>
              <a:ext cx="464457" cy="2776764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37057E6-E6D5-8291-521A-2AF212A8F138}"/>
                </a:ext>
              </a:extLst>
            </p:cNvPr>
            <p:cNvSpPr txBox="1"/>
            <p:nvPr/>
          </p:nvSpPr>
          <p:spPr>
            <a:xfrm>
              <a:off x="223159" y="1524783"/>
              <a:ext cx="1741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Row Index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5E7ADE1-37E1-2DC5-077C-86F4368364E2}"/>
              </a:ext>
            </a:extLst>
          </p:cNvPr>
          <p:cNvGrpSpPr/>
          <p:nvPr/>
        </p:nvGrpSpPr>
        <p:grpSpPr>
          <a:xfrm>
            <a:off x="3581393" y="3651829"/>
            <a:ext cx="3254835" cy="1915881"/>
            <a:chOff x="4974767" y="3651829"/>
            <a:chExt cx="3254835" cy="191588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056E2FC-29F9-BE6A-555C-7EE7C4062993}"/>
                </a:ext>
              </a:extLst>
            </p:cNvPr>
            <p:cNvSpPr/>
            <p:nvPr/>
          </p:nvSpPr>
          <p:spPr>
            <a:xfrm>
              <a:off x="5791198" y="3651829"/>
              <a:ext cx="1371600" cy="310571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8F568991-45F8-3AE9-9EC2-4A7CAB13EBE1}"/>
                </a:ext>
              </a:extLst>
            </p:cNvPr>
            <p:cNvSpPr/>
            <p:nvPr/>
          </p:nvSpPr>
          <p:spPr>
            <a:xfrm rot="16200000">
              <a:off x="6068783" y="4310744"/>
              <a:ext cx="947060" cy="250372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772F61A-EF5B-1955-73F7-49F9F34BDA62}"/>
                </a:ext>
              </a:extLst>
            </p:cNvPr>
            <p:cNvSpPr txBox="1"/>
            <p:nvPr/>
          </p:nvSpPr>
          <p:spPr>
            <a:xfrm>
              <a:off x="4974767" y="4921379"/>
              <a:ext cx="32548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iris[5,3] or</a:t>
              </a:r>
            </a:p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iris[5,’Petal.Length’]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E8FC506-A095-C57C-5E51-E3AE7A38F629}"/>
              </a:ext>
            </a:extLst>
          </p:cNvPr>
          <p:cNvGrpSpPr/>
          <p:nvPr/>
        </p:nvGrpSpPr>
        <p:grpSpPr>
          <a:xfrm>
            <a:off x="1317173" y="2976913"/>
            <a:ext cx="6906981" cy="2301879"/>
            <a:chOff x="5791197" y="3651829"/>
            <a:chExt cx="6906981" cy="230187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9E88C39-E312-0941-F327-BEC918196152}"/>
                </a:ext>
              </a:extLst>
            </p:cNvPr>
            <p:cNvSpPr/>
            <p:nvPr/>
          </p:nvSpPr>
          <p:spPr>
            <a:xfrm>
              <a:off x="5791197" y="3651829"/>
              <a:ext cx="6906981" cy="310571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03A052F7-CCBB-464A-06CD-B73A98F78CD6}"/>
                </a:ext>
              </a:extLst>
            </p:cNvPr>
            <p:cNvSpPr/>
            <p:nvPr/>
          </p:nvSpPr>
          <p:spPr>
            <a:xfrm rot="16200000">
              <a:off x="5731322" y="4659087"/>
              <a:ext cx="1600205" cy="250372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DC95EB-4ABC-21B2-25E9-CE91F37343E1}"/>
                </a:ext>
              </a:extLst>
            </p:cNvPr>
            <p:cNvSpPr txBox="1"/>
            <p:nvPr/>
          </p:nvSpPr>
          <p:spPr>
            <a:xfrm>
              <a:off x="5823852" y="5584376"/>
              <a:ext cx="1458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iris[3,]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3F49F1-FE88-F1E7-7E63-3DD34C83A51E}"/>
              </a:ext>
            </a:extLst>
          </p:cNvPr>
          <p:cNvGrpSpPr/>
          <p:nvPr/>
        </p:nvGrpSpPr>
        <p:grpSpPr>
          <a:xfrm>
            <a:off x="5551714" y="2248893"/>
            <a:ext cx="3842649" cy="3816023"/>
            <a:chOff x="4169238" y="3651829"/>
            <a:chExt cx="3842649" cy="38160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5803863-02FA-F0B1-7BF1-78BAE85C10E9}"/>
                </a:ext>
              </a:extLst>
            </p:cNvPr>
            <p:cNvSpPr/>
            <p:nvPr/>
          </p:nvSpPr>
          <p:spPr>
            <a:xfrm>
              <a:off x="5791198" y="3651829"/>
              <a:ext cx="1050480" cy="2421986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1FF9794A-EACA-2C40-0E75-DC8D37108E10}"/>
                </a:ext>
              </a:extLst>
            </p:cNvPr>
            <p:cNvSpPr/>
            <p:nvPr/>
          </p:nvSpPr>
          <p:spPr>
            <a:xfrm rot="16200000">
              <a:off x="5851068" y="6466113"/>
              <a:ext cx="947060" cy="250372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7394D80-5073-A134-C785-DA8729D1F333}"/>
                </a:ext>
              </a:extLst>
            </p:cNvPr>
            <p:cNvSpPr txBox="1"/>
            <p:nvPr/>
          </p:nvSpPr>
          <p:spPr>
            <a:xfrm>
              <a:off x="4169238" y="7098520"/>
              <a:ext cx="3842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iris[,5] or 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iris$Species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260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sepal width&#10;&#10;AI-generated content may be incorrect.">
            <a:extLst>
              <a:ext uri="{FF2B5EF4-FFF2-40B4-BE49-F238E27FC236}">
                <a16:creationId xmlns:a16="http://schemas.microsoft.com/office/drawing/2014/main" id="{357980C3-EAE1-1E1C-7A20-3787B403F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229" y="1223472"/>
            <a:ext cx="4314371" cy="41232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B01D47-B265-298B-1E20-3DCBAF6F38BE}"/>
              </a:ext>
            </a:extLst>
          </p:cNvPr>
          <p:cNvSpPr txBox="1"/>
          <p:nvPr/>
        </p:nvSpPr>
        <p:spPr>
          <a:xfrm>
            <a:off x="6379028" y="3570515"/>
            <a:ext cx="1001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60DD2-EA3F-784C-E6F1-57A1B5FB5B33}"/>
              </a:ext>
            </a:extLst>
          </p:cNvPr>
          <p:cNvSpPr txBox="1"/>
          <p:nvPr/>
        </p:nvSpPr>
        <p:spPr>
          <a:xfrm>
            <a:off x="6379024" y="4082143"/>
            <a:ext cx="1001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72AE3-9E5B-9DE1-F98D-959AF7495899}"/>
              </a:ext>
            </a:extLst>
          </p:cNvPr>
          <p:cNvSpPr txBox="1"/>
          <p:nvPr/>
        </p:nvSpPr>
        <p:spPr>
          <a:xfrm>
            <a:off x="6379024" y="3015343"/>
            <a:ext cx="1001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22F32-0F1E-6478-D703-EBF18757802D}"/>
              </a:ext>
            </a:extLst>
          </p:cNvPr>
          <p:cNvSpPr txBox="1"/>
          <p:nvPr/>
        </p:nvSpPr>
        <p:spPr>
          <a:xfrm>
            <a:off x="6379024" y="4736193"/>
            <a:ext cx="1632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Lower Whisker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DCC2F-91BF-568E-5EED-46BC67FF9A84}"/>
              </a:ext>
            </a:extLst>
          </p:cNvPr>
          <p:cNvSpPr txBox="1"/>
          <p:nvPr/>
        </p:nvSpPr>
        <p:spPr>
          <a:xfrm>
            <a:off x="6291936" y="2432504"/>
            <a:ext cx="177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Upper Whisker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1EAA5-B807-4C9D-A4A9-4AC7E4472135}"/>
              </a:ext>
            </a:extLst>
          </p:cNvPr>
          <p:cNvSpPr txBox="1"/>
          <p:nvPr/>
        </p:nvSpPr>
        <p:spPr>
          <a:xfrm>
            <a:off x="6248393" y="1899104"/>
            <a:ext cx="162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Outliers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E4DE57-5C1C-9D9B-FFEB-3F290880CAEB}"/>
              </a:ext>
            </a:extLst>
          </p:cNvPr>
          <p:cNvCxnSpPr>
            <a:cxnSpLocks/>
          </p:cNvCxnSpPr>
          <p:nvPr/>
        </p:nvCxnSpPr>
        <p:spPr>
          <a:xfrm flipH="1">
            <a:off x="4963886" y="2090057"/>
            <a:ext cx="1621978" cy="2177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5EFDDD-6DE8-1B6F-D16A-080F6775C9F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48943" y="2617170"/>
            <a:ext cx="1142993" cy="1127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7BC277-DCBE-28D3-4424-B9DC35E27ED9}"/>
              </a:ext>
            </a:extLst>
          </p:cNvPr>
          <p:cNvCxnSpPr>
            <a:cxnSpLocks/>
          </p:cNvCxnSpPr>
          <p:nvPr/>
        </p:nvCxnSpPr>
        <p:spPr>
          <a:xfrm flipH="1">
            <a:off x="5377543" y="3224338"/>
            <a:ext cx="1275446" cy="2258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750401-E4DC-0128-3B9C-5E9DAF7FD084}"/>
              </a:ext>
            </a:extLst>
          </p:cNvPr>
          <p:cNvCxnSpPr>
            <a:cxnSpLocks/>
          </p:cNvCxnSpPr>
          <p:nvPr/>
        </p:nvCxnSpPr>
        <p:spPr>
          <a:xfrm flipH="1">
            <a:off x="5410193" y="3755181"/>
            <a:ext cx="931639" cy="2755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FBC8E6-12FE-0EDD-52AE-338FF7D5A136}"/>
              </a:ext>
            </a:extLst>
          </p:cNvPr>
          <p:cNvCxnSpPr>
            <a:cxnSpLocks/>
          </p:cNvCxnSpPr>
          <p:nvPr/>
        </p:nvCxnSpPr>
        <p:spPr>
          <a:xfrm flipH="1" flipV="1">
            <a:off x="5447385" y="4073952"/>
            <a:ext cx="1205604" cy="1928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D2E116-B66C-D974-D9D9-F7174497F809}"/>
              </a:ext>
            </a:extLst>
          </p:cNvPr>
          <p:cNvCxnSpPr>
            <a:cxnSpLocks/>
          </p:cNvCxnSpPr>
          <p:nvPr/>
        </p:nvCxnSpPr>
        <p:spPr>
          <a:xfrm flipH="1" flipV="1">
            <a:off x="5173420" y="4728002"/>
            <a:ext cx="1205604" cy="1928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8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891177-8680-DFC9-4E20-FA0933CBD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927621"/>
              </p:ext>
            </p:extLst>
          </p:nvPr>
        </p:nvGraphicFramePr>
        <p:xfrm>
          <a:off x="956441" y="1397000"/>
          <a:ext cx="666356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890">
                  <a:extLst>
                    <a:ext uri="{9D8B030D-6E8A-4147-A177-3AD203B41FA5}">
                      <a16:colId xmlns:a16="http://schemas.microsoft.com/office/drawing/2014/main" val="1037681691"/>
                    </a:ext>
                  </a:extLst>
                </a:gridCol>
                <a:gridCol w="1665890">
                  <a:extLst>
                    <a:ext uri="{9D8B030D-6E8A-4147-A177-3AD203B41FA5}">
                      <a16:colId xmlns:a16="http://schemas.microsoft.com/office/drawing/2014/main" val="1480413543"/>
                    </a:ext>
                  </a:extLst>
                </a:gridCol>
                <a:gridCol w="1665890">
                  <a:extLst>
                    <a:ext uri="{9D8B030D-6E8A-4147-A177-3AD203B41FA5}">
                      <a16:colId xmlns:a16="http://schemas.microsoft.com/office/drawing/2014/main" val="1499439407"/>
                    </a:ext>
                  </a:extLst>
                </a:gridCol>
                <a:gridCol w="1665890">
                  <a:extLst>
                    <a:ext uri="{9D8B030D-6E8A-4147-A177-3AD203B41FA5}">
                      <a16:colId xmlns:a16="http://schemas.microsoft.com/office/drawing/2014/main" val="455344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Daily Tobacco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28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0-9g/day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73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97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69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16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76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F32F-301A-036B-7B89-1FC61166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498864-E63A-A047-E2E9-DDDDEBE81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530237"/>
              </p:ext>
            </p:extLst>
          </p:nvPr>
        </p:nvGraphicFramePr>
        <p:xfrm>
          <a:off x="956441" y="1397000"/>
          <a:ext cx="666356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712">
                  <a:extLst>
                    <a:ext uri="{9D8B030D-6E8A-4147-A177-3AD203B41FA5}">
                      <a16:colId xmlns:a16="http://schemas.microsoft.com/office/drawing/2014/main" val="1037681691"/>
                    </a:ext>
                  </a:extLst>
                </a:gridCol>
                <a:gridCol w="1332712">
                  <a:extLst>
                    <a:ext uri="{9D8B030D-6E8A-4147-A177-3AD203B41FA5}">
                      <a16:colId xmlns:a16="http://schemas.microsoft.com/office/drawing/2014/main" val="1480413543"/>
                    </a:ext>
                  </a:extLst>
                </a:gridCol>
                <a:gridCol w="1332712">
                  <a:extLst>
                    <a:ext uri="{9D8B030D-6E8A-4147-A177-3AD203B41FA5}">
                      <a16:colId xmlns:a16="http://schemas.microsoft.com/office/drawing/2014/main" val="1499439407"/>
                    </a:ext>
                  </a:extLst>
                </a:gridCol>
                <a:gridCol w="1332712">
                  <a:extLst>
                    <a:ext uri="{9D8B030D-6E8A-4147-A177-3AD203B41FA5}">
                      <a16:colId xmlns:a16="http://schemas.microsoft.com/office/drawing/2014/main" val="455344479"/>
                    </a:ext>
                  </a:extLst>
                </a:gridCol>
                <a:gridCol w="1332712">
                  <a:extLst>
                    <a:ext uri="{9D8B030D-6E8A-4147-A177-3AD203B41FA5}">
                      <a16:colId xmlns:a16="http://schemas.microsoft.com/office/drawing/2014/main" val="1309075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Disease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Smoking  Status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588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Formerly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Unknown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28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73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9758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9539FF-A5A2-061B-5CEC-BAEDD98AA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171608"/>
              </p:ext>
            </p:extLst>
          </p:nvPr>
        </p:nvGraphicFramePr>
        <p:xfrm>
          <a:off x="975488" y="3675442"/>
          <a:ext cx="666356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890">
                  <a:extLst>
                    <a:ext uri="{9D8B030D-6E8A-4147-A177-3AD203B41FA5}">
                      <a16:colId xmlns:a16="http://schemas.microsoft.com/office/drawing/2014/main" val="15256501"/>
                    </a:ext>
                  </a:extLst>
                </a:gridCol>
                <a:gridCol w="1665890">
                  <a:extLst>
                    <a:ext uri="{9D8B030D-6E8A-4147-A177-3AD203B41FA5}">
                      <a16:colId xmlns:a16="http://schemas.microsoft.com/office/drawing/2014/main" val="2408297289"/>
                    </a:ext>
                  </a:extLst>
                </a:gridCol>
                <a:gridCol w="1665890">
                  <a:extLst>
                    <a:ext uri="{9D8B030D-6E8A-4147-A177-3AD203B41FA5}">
                      <a16:colId xmlns:a16="http://schemas.microsoft.com/office/drawing/2014/main" val="2233715712"/>
                    </a:ext>
                  </a:extLst>
                </a:gridCol>
                <a:gridCol w="1665890">
                  <a:extLst>
                    <a:ext uri="{9D8B030D-6E8A-4147-A177-3AD203B41FA5}">
                      <a16:colId xmlns:a16="http://schemas.microsoft.com/office/drawing/2014/main" val="1470268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Daily Tobacco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36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0-9g/day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70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06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899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7098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4466F7A-5602-3799-43CA-8523BDE99F88}"/>
              </a:ext>
            </a:extLst>
          </p:cNvPr>
          <p:cNvSpPr txBox="1"/>
          <p:nvPr/>
        </p:nvSpPr>
        <p:spPr>
          <a:xfrm>
            <a:off x="367862" y="1397000"/>
            <a:ext cx="420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066A4-C5CE-40F5-DAB6-B8DDDE3FA273}"/>
              </a:ext>
            </a:extLst>
          </p:cNvPr>
          <p:cNvSpPr txBox="1"/>
          <p:nvPr/>
        </p:nvSpPr>
        <p:spPr>
          <a:xfrm>
            <a:off x="373118" y="3682993"/>
            <a:ext cx="420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81983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6F7C7F2-5534-4697-F49D-908EC7C2A22B}"/>
              </a:ext>
            </a:extLst>
          </p:cNvPr>
          <p:cNvGrpSpPr/>
          <p:nvPr/>
        </p:nvGrpSpPr>
        <p:grpSpPr>
          <a:xfrm>
            <a:off x="229477" y="1316703"/>
            <a:ext cx="8456446" cy="4141232"/>
            <a:chOff x="229477" y="1316703"/>
            <a:chExt cx="8456446" cy="4141232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AD7FCD59-1E7C-7DE4-428D-4F8BE0466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9477" y="1686035"/>
              <a:ext cx="5845502" cy="3302039"/>
            </a:xfrm>
            <a:prstGeom prst="rect">
              <a:avLst/>
            </a:prstGeom>
          </p:spPr>
        </p:pic>
        <p:pic>
          <p:nvPicPr>
            <p:cNvPr id="7" name="Picture 6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E412A937-9AE4-6CAA-1FCF-30FF53844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6723" y="1686035"/>
              <a:ext cx="2489200" cy="37719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F8F71AD-8041-F4FD-90AE-4E410FD68E04}"/>
                </a:ext>
              </a:extLst>
            </p:cNvPr>
            <p:cNvSpPr txBox="1"/>
            <p:nvPr/>
          </p:nvSpPr>
          <p:spPr>
            <a:xfrm>
              <a:off x="367862" y="1354960"/>
              <a:ext cx="420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0A6F6F-9E3B-5416-6252-E9D83EE1252D}"/>
                </a:ext>
              </a:extLst>
            </p:cNvPr>
            <p:cNvSpPr txBox="1"/>
            <p:nvPr/>
          </p:nvSpPr>
          <p:spPr>
            <a:xfrm>
              <a:off x="6342993" y="1316703"/>
              <a:ext cx="420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4342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362</TotalTime>
  <Words>164</Words>
  <Application>Microsoft Macintosh PowerPoint</Application>
  <PresentationFormat>On-screen Show (4:3)</PresentationFormat>
  <Paragraphs>90</Paragraphs>
  <Slides>6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Figures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Eric Ho</cp:lastModifiedBy>
  <cp:revision>9</cp:revision>
  <dcterms:created xsi:type="dcterms:W3CDTF">2025-08-12T12:52:05Z</dcterms:created>
  <dcterms:modified xsi:type="dcterms:W3CDTF">2025-09-30T16:59:26Z</dcterms:modified>
</cp:coreProperties>
</file>